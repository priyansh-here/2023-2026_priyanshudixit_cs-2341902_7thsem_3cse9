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ilm_logo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ilm_logo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ilm_logo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ilm_logo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ilm_logo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ilm_logo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ilm_logo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ilm_logo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ilm_logo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ilm_logo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ilm_logo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ilm_logo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ilm_logo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22960" y="640080"/>
            <a:ext cx="1005840" cy="1005840"/>
          </a:xfrm>
          <a:prstGeom prst="ellipse">
            <a:avLst/>
          </a:prstGeom>
          <a:solidFill>
            <a:srgbClr val="F1E4C0"/>
          </a:solidFill>
          <a:ln w="15875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2011680" y="713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PRESENTATION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PBL Nexus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118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Web-Based Project &amp; Task Management System for Project-Based Learning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4434840"/>
            <a:ext cx="10515600" cy="1691640"/>
          </a:xfrm>
          <a:prstGeom prst="roundRect">
            <a:avLst>
              <a:gd name="adj" fmla="val 4324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1051560" y="46451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88289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Priyanshu Dixit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46451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88289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CS-2341902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46451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488289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7th Semester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4041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64184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2027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54041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564184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Qveto Technologies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pic>
        <p:nvPicPr>
          <p:cNvPr id="24" name="IILM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880" y="769904"/>
            <a:ext cx="700000" cy="746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F1E4C0"/>
          </a:solidFill>
          <a:ln w="9525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191109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7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93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86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Qveto Technologies &amp; the internship track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537960" y="191109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7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19293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286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PBL Nexus was built, and its goals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73552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34015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7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4198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77647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and design behind the system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273552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537960" y="34015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7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34198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377647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Admin &amp; Student experiences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64024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85800" y="4892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7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910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Outcomes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526694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built, and what it achieves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4764024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537960" y="4892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7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Nexus — Internship Presentation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31" name="IILM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520" y="228600"/>
            <a:ext cx="420000" cy="4477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F1E4C0"/>
          </a:solidFill>
          <a:ln w="9525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Qveto Technologies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Qveto Technologies is a technology solutions and training organization offering industry-oriented internship and training programs, focused on building practical, deployable software products rather than purely theoretical assignments.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300984"/>
            <a:ext cx="109728" cy="10972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867912"/>
            <a:ext cx="109728" cy="10972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4434840"/>
            <a:ext cx="109728" cy="10972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5001768"/>
            <a:ext cx="109728" cy="10972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31520" y="49469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49469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Remote Internship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98080" y="1737360"/>
            <a:ext cx="4206240" cy="4160520"/>
          </a:xfrm>
          <a:prstGeom prst="roundRect">
            <a:avLst>
              <a:gd name="adj" fmla="val 1758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7724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SNAPSHOT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326440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C7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339242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Product Shipped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4105656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C7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9006840" y="42336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Pages / Modules Built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4946904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C7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9006840" y="5074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Supported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Nexus — Internship Presentation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30" name="IILM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520" y="228600"/>
            <a:ext cx="420000" cy="4477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527048" cy="292608"/>
          </a:xfrm>
          <a:prstGeom prst="roundRect">
            <a:avLst>
              <a:gd name="adj" fmla="val 50000"/>
            </a:avLst>
          </a:prstGeom>
          <a:solidFill>
            <a:srgbClr val="F1E4C0"/>
          </a:solidFill>
          <a:ln w="9525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F5F4EF"/>
          </a:solidFill>
          <a:ln w="127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institutions running Project-Based Learning programs largely rely on manual, fragmented methods — spreadsheets, emails, in-person follow-ups — to assign tasks, track progress, collect submissions and record grades.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ECEAE0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31520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1E4C0"/>
          </a:solidFill>
          <a:ln w="127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3152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7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434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00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coordination eats into learning and mentoring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352044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ECEAE0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0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1E4C0"/>
          </a:solidFill>
          <a:ln w="127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5720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7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434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800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and email threads lose track of status and files.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352044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ECEAE0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412480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1E4C0"/>
          </a:solidFill>
          <a:ln w="127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84124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7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434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4800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students nor instructors get real-time progress insight.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Nexus — Internship Presentation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4" name="IILM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520" y="228600"/>
            <a:ext cx="420000" cy="4477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1E4C0"/>
          </a:solidFill>
          <a:ln w="9525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20116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5836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3852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secure, role-based login system distinguishing Admin and Student users.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81928" y="20116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28192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93852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admins to add users, assign tasks with due dates, and manage the workflow.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58368" y="34747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58368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40156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students to view tasks, update progress, and submit files with notes.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0760" y="329184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81928" y="34747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281928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40156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grading module for reviewing submissions, marks, and feedback.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58368" y="49377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58368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486460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real-time dashboards summarizing task and submission status.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80760" y="475488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281928" y="49377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281928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486460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system as a live, cloud-hosted application accessible anywhere.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Nexus — Internship Presentation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31" name="IILM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520" y="228600"/>
            <a:ext cx="420000" cy="4477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09344" cy="292608"/>
          </a:xfrm>
          <a:prstGeom prst="roundRect">
            <a:avLst>
              <a:gd name="adj" fmla="val 50000"/>
            </a:avLst>
          </a:prstGeom>
          <a:solidFill>
            <a:srgbClr val="F1E4C0"/>
          </a:solidFill>
          <a:ln w="9525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13232" y="2148840"/>
            <a:ext cx="365760" cy="365760"/>
          </a:xfrm>
          <a:prstGeom prst="ellipse">
            <a:avLst/>
          </a:prstGeom>
          <a:solidFill>
            <a:srgbClr val="3E7FC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234440" y="2148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Vanilla JavaScript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07992" y="2148840"/>
            <a:ext cx="365760" cy="365760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029200" y="2148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REST API (Express-style routes)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302752" y="2148840"/>
            <a:ext cx="365760" cy="365760"/>
          </a:xfrm>
          <a:prstGeom prst="ellipse">
            <a:avLst/>
          </a:prstGeom>
          <a:solidFill>
            <a:srgbClr val="C98F2E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823960" y="2148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(cloud hosting)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13232" y="41148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1234440" y="4114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&amp; UI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6634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Playfair Display · DM Sans · dark theme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51960" y="38862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07992" y="4114800"/>
            <a:ext cx="365760" cy="365760"/>
          </a:xfrm>
          <a:prstGeom prst="ellipse">
            <a:avLst/>
          </a:prstGeom>
          <a:solidFill>
            <a:srgbClr val="3E7FC1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5029200" y="4114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46634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multipart/form-data uploads via FormData API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38862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302752" y="4114800"/>
            <a:ext cx="365760" cy="365760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8823960" y="4114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State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46634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localStorage for session &amp; role routing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Nexus — Internship Presentation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31" name="IILM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520" y="228600"/>
            <a:ext cx="420000" cy="4477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44752" cy="292608"/>
          </a:xfrm>
          <a:prstGeom prst="roundRect">
            <a:avLst>
              <a:gd name="adj" fmla="val 50000"/>
            </a:avLst>
          </a:prstGeom>
          <a:solidFill>
            <a:srgbClr val="F1E4C0"/>
          </a:solidFill>
          <a:ln w="9525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5F4EF"/>
          </a:solidFill>
          <a:ln w="19050">
            <a:solidFill>
              <a:srgbClr val="3E7FC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457200" y="2322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(Client)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974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Admin &amp; Student Dashboards · Add User · Assign Task · Submission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3017520"/>
            <a:ext cx="685800" cy="274320"/>
          </a:xfrm>
          <a:prstGeom prst="rightArrow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160520" y="219456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5F4EF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160520" y="2322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(Node.js)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6974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 /users /tasks /submit /grade — JSON over HTTPS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40880" y="3017520"/>
            <a:ext cx="685800" cy="274320"/>
          </a:xfrm>
          <a:prstGeom prst="rightArrow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863840" y="21945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5F4EF"/>
          </a:solidFill>
          <a:ln w="19050">
            <a:solidFill>
              <a:srgbClr val="3FA87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863840" y="23225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File Storage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26974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Tasks · Submissions · Grades + uploaded project files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09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Railway  ·  fetch() / async-await drives every client-server exchange  ·  role-based redirect after login (admin / student)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Nexus — Internship Presentation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9" name="IILM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520" y="228600"/>
            <a:ext cx="420000" cy="4477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F1E4C0"/>
          </a:solidFill>
          <a:ln w="9525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Role-Based Login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entry point that authenticates users and routes them by role.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7360920" cy="4434840"/>
          </a:xfrm>
          <a:prstGeom prst="roundRect">
            <a:avLst>
              <a:gd name="adj" fmla="val 1031"/>
            </a:avLst>
          </a:prstGeom>
          <a:solidFill>
            <a:srgbClr val="F5F4EF"/>
          </a:solidFill>
          <a:ln w="19050">
            <a:solidFill>
              <a:srgbClr val="DDD9C9"/>
            </a:solidFill>
            <a:prstDash val="solid"/>
          </a:ln>
        </p:spPr>
        <p:txBody>
          <a:bodyPr/>
          <a:p/>
        </p:txBody>
      </p:sp>
      <p:pic>
        <p:nvPicPr>
          <p:cNvPr id="7" name="Image 0" descr="shot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2194560"/>
            <a:ext cx="7086600" cy="4160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38160" y="2203704"/>
            <a:ext cx="109728" cy="10972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366760" y="2148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Auth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24688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 screen for Admin &amp; Student roles.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38160" y="3163824"/>
            <a:ext cx="109728" cy="10972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66760" y="3108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Handling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34290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stored client-side, drives redirects.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38160" y="4123944"/>
            <a:ext cx="109728" cy="10972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366760" y="4069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UI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4389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Dark, distraction-free academic theme.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Nexus — Internship Presentation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19" name="IILM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0520" y="228600"/>
            <a:ext cx="420000" cy="4477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F1E4C0"/>
          </a:solidFill>
          <a:ln w="9525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visibility and control over every student submission.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7360920" cy="4434840"/>
          </a:xfrm>
          <a:prstGeom prst="roundRect">
            <a:avLst>
              <a:gd name="adj" fmla="val 1031"/>
            </a:avLst>
          </a:prstGeom>
          <a:solidFill>
            <a:srgbClr val="F5F4EF"/>
          </a:solidFill>
          <a:ln w="19050">
            <a:solidFill>
              <a:srgbClr val="DDD9C9"/>
            </a:solidFill>
            <a:prstDash val="solid"/>
          </a:ln>
        </p:spPr>
        <p:txBody>
          <a:bodyPr/>
          <a:p/>
        </p:txBody>
      </p:sp>
      <p:pic>
        <p:nvPicPr>
          <p:cNvPr id="7" name="Image 0" descr="shot-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2194560"/>
            <a:ext cx="7086600" cy="4160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38160" y="2203704"/>
            <a:ext cx="109728" cy="10972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366760" y="2148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24688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/ Reviewed / Approved at a glance.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38160" y="3163824"/>
            <a:ext cx="109728" cy="10972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66760" y="3108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Access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34290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download of student submissions.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38160" y="4123944"/>
            <a:ext cx="109728" cy="10972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366760" y="4069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4389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marks &amp; feedback directly from the table.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Nexus — Internship Presentation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19" name="IILM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0520" y="228600"/>
            <a:ext cx="420000" cy="4477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F1E4C0"/>
          </a:solidFill>
          <a:ln w="9525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Dashboard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place for students to track tasks and submit work.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7360920" cy="4434840"/>
          </a:xfrm>
          <a:prstGeom prst="roundRect">
            <a:avLst>
              <a:gd name="adj" fmla="val 1031"/>
            </a:avLst>
          </a:prstGeom>
          <a:solidFill>
            <a:srgbClr val="F5F4EF"/>
          </a:solidFill>
          <a:ln w="19050">
            <a:solidFill>
              <a:srgbClr val="DDD9C9"/>
            </a:solidFill>
            <a:prstDash val="solid"/>
          </a:ln>
        </p:spPr>
        <p:txBody>
          <a:bodyPr/>
          <a:p/>
        </p:txBody>
      </p:sp>
      <p:pic>
        <p:nvPicPr>
          <p:cNvPr id="7" name="Image 0" descr="shot-stud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2194560"/>
            <a:ext cx="7086600" cy="4160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38160" y="2203704"/>
            <a:ext cx="109728" cy="10972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366760" y="2148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Tracking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24688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/ In Progress / Completed at a glance.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38160" y="3163824"/>
            <a:ext cx="109728" cy="10972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366760" y="3108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Control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34290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self-update progress in real time.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38160" y="4123944"/>
            <a:ext cx="109728" cy="109728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366760" y="4069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4389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and instructor feedback shown per task.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Nexus — Internship Presentation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9" name="IILM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0520" y="228600"/>
            <a:ext cx="420000" cy="4477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F1E4C0"/>
          </a:solidFill>
          <a:ln w="9525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Methodology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546860" y="2880360"/>
            <a:ext cx="9067800" cy="0"/>
          </a:xfrm>
          <a:prstGeom prst="line">
            <a:avLst/>
          </a:prstGeom>
          <a:noFill/>
          <a:ln w="254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290828" y="2624328"/>
            <a:ext cx="512064" cy="512064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290828" y="2624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91840"/>
            <a:ext cx="172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94760"/>
            <a:ext cx="1722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user roles and core workflows.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04388" y="2624328"/>
            <a:ext cx="512064" cy="512064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104388" y="2624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499360" y="3291840"/>
            <a:ext cx="172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499360" y="3794760"/>
            <a:ext cx="1722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consistent, reusable dark component system.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17948" y="2624328"/>
            <a:ext cx="512064" cy="512064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917948" y="2624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312920" y="3291840"/>
            <a:ext cx="172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Build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312920" y="3794760"/>
            <a:ext cx="1722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each module independently, then integrated.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31508" y="2624328"/>
            <a:ext cx="512064" cy="512064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731508" y="2624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3291840"/>
            <a:ext cx="172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3794760"/>
            <a:ext cx="1722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every page to the live backend via Fetch.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45068" y="2624328"/>
            <a:ext cx="512064" cy="512064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545068" y="2624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940040" y="3291840"/>
            <a:ext cx="172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940040" y="3794760"/>
            <a:ext cx="1722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tested the full assign → submit → grade flow.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358628" y="2624328"/>
            <a:ext cx="512064" cy="512064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10358628" y="2624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753600" y="3291840"/>
            <a:ext cx="172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753600" y="3794760"/>
            <a:ext cx="1722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the backend to Railway; verified end-to-end.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Nexus — Internship Presentation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32" name="IILM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520" y="228600"/>
            <a:ext cx="420000" cy="4477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F1E4C0"/>
          </a:solidFill>
          <a:ln w="9525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&amp; Learnings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internship, PBL Nexus was delivered as a working full-stack web application — with authentication, role-based dashboards, task tracking, file submissions, and a grading workflow with feedback.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2999232"/>
            <a:ext cx="164592" cy="164592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60120" y="27432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UI/UX design with a real design system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743200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63640" y="2999232"/>
            <a:ext cx="164592" cy="164592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583680" y="27432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 REST APIs asynchronously (fetch, async/await)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3867912"/>
            <a:ext cx="164592" cy="164592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60120" y="36118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file uploads (multipart/form-data)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0760" y="3611880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263640" y="3867912"/>
            <a:ext cx="164592" cy="164592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583680" y="36118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&amp; client-side session handling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480560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40080" y="4736592"/>
            <a:ext cx="164592" cy="164592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960120" y="4480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of a live backend (Railway)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80760" y="4480560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F5F4EF"/>
          </a:solidFill>
          <a:ln w="12700">
            <a:solidFill>
              <a:srgbClr val="DDD9C9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263640" y="4736592"/>
            <a:ext cx="164592" cy="164592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583680" y="4480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product thinking: idea → build → ship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Nexus — Internship Presentation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26" name="IILM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520" y="228600"/>
            <a:ext cx="420000" cy="4477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C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Priyanshu Dixit  ·  CS-2341902  ·  B.Tech CSE, 7th Semester  ·  IILM University, Greater Noida</a:t>
            </a:r>
            <a:endParaRPr lang="en-US" sz="1300" dirty="0"/>
          </a:p>
        </p:txBody>
      </p:sp>
      <p:pic>
        <p:nvPicPr>
          <p:cNvPr id="7" name="IILM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520" y="228600"/>
            <a:ext cx="420000" cy="4477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2026-08-30T14:41:51Z</dcterms:created>
  <dcterms:modified xsi:type="dcterms:W3CDTF">2026-08-30T14:41:51Z</dcterms:modified>
</cp:coreProperties>
</file>